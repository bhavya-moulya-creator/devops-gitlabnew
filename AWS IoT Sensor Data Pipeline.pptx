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72" r:id="rId14"/>
    <p:sldId id="271" r:id="rId15"/>
    <p:sldId id="270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EA6E0-B7FE-409F-B077-F077C674A8D7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58A1-2F65-468A-A9B1-C7DFE1168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6730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EA6E0-B7FE-409F-B077-F077C674A8D7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58A1-2F65-468A-A9B1-C7DFE1168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408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EA6E0-B7FE-409F-B077-F077C674A8D7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58A1-2F65-468A-A9B1-C7DFE1168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054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EA6E0-B7FE-409F-B077-F077C674A8D7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58A1-2F65-468A-A9B1-C7DFE1168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5140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EA6E0-B7FE-409F-B077-F077C674A8D7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58A1-2F65-468A-A9B1-C7DFE1168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186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EA6E0-B7FE-409F-B077-F077C674A8D7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58A1-2F65-468A-A9B1-C7DFE1168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25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EA6E0-B7FE-409F-B077-F077C674A8D7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58A1-2F65-468A-A9B1-C7DFE1168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129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EA6E0-B7FE-409F-B077-F077C674A8D7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58A1-2F65-468A-A9B1-C7DFE1168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6060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EA6E0-B7FE-409F-B077-F077C674A8D7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58A1-2F65-468A-A9B1-C7DFE1168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8001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EA6E0-B7FE-409F-B077-F077C674A8D7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58A1-2F65-468A-A9B1-C7DFE1168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142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EA6E0-B7FE-409F-B077-F077C674A8D7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58A1-2F65-468A-A9B1-C7DFE1168BD9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29172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EA6E0-B7FE-409F-B077-F077C674A8D7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58A1-2F65-468A-A9B1-C7DFE1168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5084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EA6E0-B7FE-409F-B077-F077C674A8D7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58A1-2F65-468A-A9B1-C7DFE1168BD9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175910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EA6E0-B7FE-409F-B077-F077C674A8D7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58A1-2F65-468A-A9B1-C7DFE1168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4867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EA6E0-B7FE-409F-B077-F077C674A8D7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58A1-2F65-468A-A9B1-C7DFE1168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8681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EA6E0-B7FE-409F-B077-F077C674A8D7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58A1-2F65-468A-A9B1-C7DFE1168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4971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9EA6E0-B7FE-409F-B077-F077C674A8D7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AB658A1-2F65-468A-A9B1-C7DFE1168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901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F611B-DAA5-60C6-28A6-D07C33D05A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n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IoT Sensor Data Pipeline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46D38A-3FFE-7B07-12CD-0EED1B89F4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By Ashish</a:t>
            </a:r>
          </a:p>
        </p:txBody>
      </p:sp>
    </p:spTree>
    <p:extLst>
      <p:ext uri="{BB962C8B-B14F-4D97-AF65-F5344CB8AC3E}">
        <p14:creationId xmlns:p14="http://schemas.microsoft.com/office/powerpoint/2010/main" val="1947398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BDFEE-1660-C7C3-E469-3C39AB049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53596-033A-73C0-DD47-5F5E2ED70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Devices mainly deal with data through sensors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devices usually process that data through the cloud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Collect, process, and store sensor data securely and reliably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Approach: Use AWS services for scalability, automation, and cost-efficiency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3CCF27-3743-EA2A-AE43-F26A336A3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1629" y="1481560"/>
            <a:ext cx="3009900" cy="3240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802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096E0-82EE-4B80-F6D9-93FDD4405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3C7BF-1E41-4A82-D9A4-8CF68EA5D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00201"/>
            <a:ext cx="8596668" cy="444116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IoT sensor data ingestion via API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real-time sensor readings in DynamoDB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a backup of readings in S3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IoT device using EC2 instance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an end-to-end IoT pipeline on AWS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C143A1-D269-EC78-86E6-04D682401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8476" y="1719869"/>
            <a:ext cx="3556190" cy="320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157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D6019-3831-CD71-7FA5-43E686DBA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52494-DD2C-E7C5-0866-9BCE6C795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(EC2) generates readings.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sent to API Gateway.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Lambda function processes data.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stored in DynamoDB.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Backup saved in S3 bucket.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E120FD-4070-A41B-D144-94B2C6004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924" y="816638"/>
            <a:ext cx="5158155" cy="469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278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840C9-1590-D5C1-04E9-BE42C92BE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241CC-A8AC-A52F-088A-107516E87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6379"/>
            <a:ext cx="8596668" cy="452498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it: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EC2 provides virtual servers in the cloud.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run applications, simulations, or scripts.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full control over the environment.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it’s used in this project: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Simulates IoT devices sending data.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script continuously sends sensor readings to API Gateway.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Amazon EC2 | AWS Cheat Sheet">
            <a:extLst>
              <a:ext uri="{FF2B5EF4-FFF2-40B4-BE49-F238E27FC236}">
                <a16:creationId xmlns:a16="http://schemas.microsoft.com/office/drawing/2014/main" id="{B1D45009-1169-B94B-E24E-2A627D18DC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1505" y="1833563"/>
            <a:ext cx="302895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9490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C4B30-C762-C8C3-FE52-0FFBBA695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Gateway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B2F03-826E-25FE-6801-BD4DC0B0A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70661"/>
            <a:ext cx="8596668" cy="45707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it: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Gateway manages HTTP and REST APIs for applications.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acts as a secure entry point for all data coming into AWS services.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requests efficiently and can scale automatically.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it’s used in this project: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 POST route.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incoming sensor data to AWS Lambda for processing.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CCE9CB-4577-7B06-642E-D3779D93B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5335" y="1470661"/>
            <a:ext cx="4016665" cy="373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43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8483F-2DD1-009D-1E6D-95FA8EA51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Lamda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D39C5-CD3D-E016-B8AF-2A1E8DA4E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24941"/>
            <a:ext cx="8596668" cy="46164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it: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Lambda runs your code without needing servers.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scales to handle many requests.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automate tasks and data processing.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it’s used in this project: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sensor data from API Gateway requests.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the data into DynamoDB tables.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Uploads a backup file to S3 for recovery.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6" name="Picture 4" descr="Serverless Cosmos with AWS Lambda ...">
            <a:extLst>
              <a:ext uri="{FF2B5EF4-FFF2-40B4-BE49-F238E27FC236}">
                <a16:creationId xmlns:a16="http://schemas.microsoft.com/office/drawing/2014/main" id="{E32EB8D2-4782-5077-F614-48223F0BA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4002" y="2366962"/>
            <a:ext cx="2152650" cy="212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4214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DA2AA-8497-C94E-063A-63A4259C9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DynamoDB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65A6E-F182-AB8B-86BB-D0756F8C4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74157"/>
            <a:ext cx="8596668" cy="44672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DynamoDB is a fast, fully managed NoSQL database.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data in tables with key-value format.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handle large amounts of data efficiently.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it’s used in this project: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name: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SensorReadings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key: Timestamp.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all sensor readings collected from devices.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18" name="Picture 2" descr="GitHub - alexdebrie/awesome-dynamodb: List of resources for learning about  modeling, operating, and using Amazon DynamoDB">
            <a:extLst>
              <a:ext uri="{FF2B5EF4-FFF2-40B4-BE49-F238E27FC236}">
                <a16:creationId xmlns:a16="http://schemas.microsoft.com/office/drawing/2014/main" id="{93AC3A8D-FF5E-3315-696A-D419305E0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796" y="2000250"/>
            <a:ext cx="4472169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671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54000-6295-C4B4-0F7C-66300C271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ECA1B-746F-652E-0ADC-C69191CF9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24629"/>
            <a:ext cx="8596668" cy="43167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it: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S3 is scalable object storage for files and backups.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reliable and secure for storing large amounts of data.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used for logs, backups, or static content.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it’s used in this project: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JSON files containing sensor data.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as backup to recover data if needed.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E81D25-AEC3-53AB-E26E-E79D06D91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9237" y="2209317"/>
            <a:ext cx="5252763" cy="243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045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26728-0707-4103-5282-6EEEC36A0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8625F-E942-7A56-9A29-77BC758C6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93521"/>
            <a:ext cx="8596668" cy="4547842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it: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IAM (Identity and Access Management) controls access to AWS services.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only authorized users or roles can access resources.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maintain security and proper permissions.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it’s used in this project: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Lambda role has permissions to access DynamoDB and S3.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Lambda can read/write sensor data and backup files securely.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42" name="Picture 2" descr="AWS and How to Create user in IAM ...">
            <a:extLst>
              <a:ext uri="{FF2B5EF4-FFF2-40B4-BE49-F238E27FC236}">
                <a16:creationId xmlns:a16="http://schemas.microsoft.com/office/drawing/2014/main" id="{AB03754F-1F20-B0CD-60FB-C9EAE4BBE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973" y="2245067"/>
            <a:ext cx="2451421" cy="2778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5747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51CC2-AD47-F867-0ADF-C15DB581F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 Built the Project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ABFCC-351C-1F7A-A6CC-54D66BA59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46835"/>
            <a:ext cx="8596668" cy="459452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Lambda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with code to process sensor data.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data, saves it to DynamoDB, and backs up to S3.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Assigned a role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permissions to access DynamoDB and S3.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Gateway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POST route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it to Lambda to receive data from devices.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instance to simulate IoT device.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 Python script to continuously send sensor readings to API Gateway.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DynamoDB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all incoming sensor data from Lambda.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S3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bucket to store JSON backup files of sensor data.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full workflow: EC2 → API Gateway → Lambda → DynamoDB &amp; S3.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181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88EA8-7AB1-B466-BBF6-E8AA0BEFC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39EAD-1BC1-31D8-817D-73945E252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6285"/>
            <a:ext cx="8596668" cy="452507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DynamoDB → Stores rows with timestamp &amp; temperature.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S3 → Contains JSON backup files.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Response → Success message.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EC2 Console → Shows sensor activity.</a:t>
            </a:r>
          </a:p>
        </p:txBody>
      </p:sp>
    </p:spTree>
    <p:extLst>
      <p:ext uri="{BB962C8B-B14F-4D97-AF65-F5344CB8AC3E}">
        <p14:creationId xmlns:p14="http://schemas.microsoft.com/office/powerpoint/2010/main" val="1228389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C7999-0895-56F8-8851-3CBB91BD3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EC2 (Sensor data simulation)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2B3F24-3D46-A9B6-A9B2-9EB224D948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63" y="1562583"/>
            <a:ext cx="8596312" cy="4168208"/>
          </a:xfrm>
        </p:spPr>
      </p:pic>
    </p:spTree>
    <p:extLst>
      <p:ext uri="{BB962C8B-B14F-4D97-AF65-F5344CB8AC3E}">
        <p14:creationId xmlns:p14="http://schemas.microsoft.com/office/powerpoint/2010/main" val="3247513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50302-D282-0E82-00DA-DD26365F0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DynamoDB output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6E3012B7-45CF-4678-14F8-B1A1FFFBA0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36" y="1930400"/>
            <a:ext cx="8596312" cy="4206188"/>
          </a:xfrm>
        </p:spPr>
      </p:pic>
    </p:spTree>
    <p:extLst>
      <p:ext uri="{BB962C8B-B14F-4D97-AF65-F5344CB8AC3E}">
        <p14:creationId xmlns:p14="http://schemas.microsoft.com/office/powerpoint/2010/main" val="1299669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F4E51-9FA9-9E11-49F1-91C25C016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S3 Backup Output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D03766-A18B-D733-94DD-59F20F347D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63" y="1655180"/>
            <a:ext cx="8596312" cy="4253636"/>
          </a:xfrm>
        </p:spPr>
      </p:pic>
    </p:spTree>
    <p:extLst>
      <p:ext uri="{BB962C8B-B14F-4D97-AF65-F5344CB8AC3E}">
        <p14:creationId xmlns:p14="http://schemas.microsoft.com/office/powerpoint/2010/main" val="16921310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9D67E-5C94-8AA1-1A47-2B0FD80B7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254D2-F8AC-3FA6-6B8A-BC9044545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12111"/>
            <a:ext cx="8596668" cy="462925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home monitoring.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IoT data collection.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data logging.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backup &amp; recovery systems.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4563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038C5-509F-6BB3-9FE3-08A897A6C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63900-F316-ABC0-ABCC-2513D22D9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77387"/>
            <a:ext cx="8596668" cy="466397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Serverless and scalable.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cost and pay-as-you-go.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data backup.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with IAM policies.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integration with other AWS tools.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37902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132</TotalTime>
  <Words>672</Words>
  <Application>Microsoft Office PowerPoint</Application>
  <PresentationFormat>Widescreen</PresentationFormat>
  <Paragraphs>100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Times New Roman</vt:lpstr>
      <vt:lpstr>Trebuchet MS</vt:lpstr>
      <vt:lpstr>Wingdings 3</vt:lpstr>
      <vt:lpstr>Facet</vt:lpstr>
      <vt:lpstr>AWS IoT Sensor Data Pipeline </vt:lpstr>
      <vt:lpstr>Introduction</vt:lpstr>
      <vt:lpstr>Goals of the Project</vt:lpstr>
      <vt:lpstr>Workflow</vt:lpstr>
      <vt:lpstr>EC2</vt:lpstr>
      <vt:lpstr>API Gateway</vt:lpstr>
      <vt:lpstr>AWS Lamda</vt:lpstr>
      <vt:lpstr>DynamoDB</vt:lpstr>
      <vt:lpstr>S3</vt:lpstr>
      <vt:lpstr>IAM</vt:lpstr>
      <vt:lpstr>How I Built the Project</vt:lpstr>
      <vt:lpstr>Output</vt:lpstr>
      <vt:lpstr>EC2 (Sensor data simulation)</vt:lpstr>
      <vt:lpstr>DynamoDB output</vt:lpstr>
      <vt:lpstr>S3 Backup Output</vt:lpstr>
      <vt:lpstr>Applications</vt:lpstr>
      <vt:lpstr>Advantages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Joshi</dc:creator>
  <cp:lastModifiedBy>Abhishek Joshi</cp:lastModifiedBy>
  <cp:revision>1</cp:revision>
  <dcterms:created xsi:type="dcterms:W3CDTF">2025-08-22T06:13:14Z</dcterms:created>
  <dcterms:modified xsi:type="dcterms:W3CDTF">2025-08-22T08:25:31Z</dcterms:modified>
</cp:coreProperties>
</file>